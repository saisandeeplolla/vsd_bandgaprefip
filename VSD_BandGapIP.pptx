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9" r:id="rId5"/>
    <p:sldId id="258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1650" y="193675"/>
            <a:ext cx="11188065" cy="647128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5113655" y="1122680"/>
            <a:ext cx="48539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GB" sz="1400">
                <a:solidFill>
                  <a:srgbClr val="FF0000"/>
                </a:solidFill>
              </a:rPr>
              <a:t>Voltage refs are needed for ADC, LDO, Buck conv, bias circuits</a:t>
            </a:r>
            <a:endParaRPr lang="en-IN" altLang="en-GB" sz="14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435735" y="760095"/>
            <a:ext cx="9321165" cy="52127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890395" y="915670"/>
            <a:ext cx="8410575" cy="50260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Content Placeholder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581150" y="1363980"/>
            <a:ext cx="9029700" cy="481330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1471930" y="346075"/>
            <a:ext cx="852805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GB" sz="1600"/>
              <a:t>The current mirror improves supply rejection but the temperature coefficient is still high</a:t>
            </a:r>
            <a:br>
              <a:rPr lang="en-IN" altLang="en-GB" sz="1600"/>
            </a:br>
            <a:r>
              <a:rPr lang="en-IN" altLang="en-GB" sz="1600"/>
              <a:t>M1 , M2 also form a voltage mirror since now M1 and M2 also have same current =&gt; VG1 and VGS2  should be the same</a:t>
            </a:r>
            <a:endParaRPr lang="en-IN" altLang="en-GB" sz="1600"/>
          </a:p>
          <a:p>
            <a:r>
              <a:rPr lang="en-IN" altLang="en-GB" sz="1600"/>
              <a:t>Since Vg1 = Vg2 =&gt; Vs1 = Vs2 = Veb1 </a:t>
            </a:r>
            <a:endParaRPr lang="en-IN" altLang="en-GB"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974850" y="1691005"/>
            <a:ext cx="8242935" cy="449199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1471930" y="346075"/>
            <a:ext cx="85280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GB" sz="1600"/>
              <a:t>The positive slope Vt can be generated using two diodes which are forwards biased</a:t>
            </a:r>
            <a:endParaRPr lang="en-IN" altLang="en-GB"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443355" y="1009015"/>
            <a:ext cx="9305290" cy="51682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713865" y="1292860"/>
            <a:ext cx="8763635" cy="48844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596390" y="1150620"/>
            <a:ext cx="8999220" cy="49288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527810" y="1026160"/>
            <a:ext cx="9136380" cy="50088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769110" y="795020"/>
            <a:ext cx="8653145" cy="53822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75360" y="511175"/>
            <a:ext cx="10241280" cy="550608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397635" y="786765"/>
            <a:ext cx="9396730" cy="516001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90600" y="831215"/>
            <a:ext cx="10211435" cy="534606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383</Words>
  <Application>WPS Presentation</Application>
  <PresentationFormat>Widescreen</PresentationFormat>
  <Paragraphs>7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Sai Sandeep Lolla</cp:lastModifiedBy>
  <cp:revision>13</cp:revision>
  <dcterms:created xsi:type="dcterms:W3CDTF">2025-07-23T00:59:00Z</dcterms:created>
  <dcterms:modified xsi:type="dcterms:W3CDTF">2025-12-11T16:38:07Z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9D6674E7D05044EEBA071AABCE01ABFA_11</vt:lpwstr>
  </property>
  <property fmtid="{D5CDD505-2E9C-101B-9397-08002B2CF9AE}" pid="3" name="KSOProductBuildVer">
    <vt:lpwstr>2057-12.2.0.23155</vt:lpwstr>
  </property>
</Properties>
</file>